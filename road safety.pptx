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9"/>
  </p:notesMasterIdLst>
  <p:sldIdLst>
    <p:sldId id="256" r:id="rId2"/>
    <p:sldId id="257" r:id="rId3"/>
    <p:sldId id="258" r:id="rId4"/>
    <p:sldId id="306" r:id="rId5"/>
    <p:sldId id="308" r:id="rId6"/>
    <p:sldId id="307" r:id="rId7"/>
    <p:sldId id="261" r:id="rId8"/>
  </p:sldIdLst>
  <p:sldSz cx="9144000" cy="5143500" type="screen16x9"/>
  <p:notesSz cx="6858000" cy="9144000"/>
  <p:embeddedFontLst>
    <p:embeddedFont>
      <p:font typeface="Figtree Black" panose="020B0604020202020204" charset="0"/>
      <p:bold r:id="rId10"/>
      <p:boldItalic r:id="rId11"/>
    </p:embeddedFont>
    <p:embeddedFont>
      <p:font typeface="Hanken Grotesk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097A5E-1196-42C9-B412-DE7D3B0C394E}" v="10" dt="2026-05-30T21:57:47.785"/>
  </p1510:revLst>
</p1510:revInfo>
</file>

<file path=ppt/tableStyles.xml><?xml version="1.0" encoding="utf-8"?>
<a:tblStyleLst xmlns:a="http://schemas.openxmlformats.org/drawingml/2006/main" def="{82D482F7-5F83-47BB-AE0A-EAF7EA00326A}">
  <a:tblStyle styleId="{82D482F7-5F83-47BB-AE0A-EAF7EA00326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524" autoAdjust="0"/>
  </p:normalViewPr>
  <p:slideViewPr>
    <p:cSldViewPr snapToGrid="0">
      <p:cViewPr varScale="1">
        <p:scale>
          <a:sx n="137" d="100"/>
          <a:sy n="137" d="100"/>
        </p:scale>
        <p:origin x="810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ddharth Bajaj" userId="cd46b3802619ea91" providerId="LiveId" clId="{167C8BD7-E450-4CF3-9A74-5E00378DB741}"/>
    <pc:docChg chg="undo custSel addSld delSld modSld">
      <pc:chgData name="Siddharth Bajaj" userId="cd46b3802619ea91" providerId="LiveId" clId="{167C8BD7-E450-4CF3-9A74-5E00378DB741}" dt="2026-05-30T21:57:36.519" v="191" actId="255"/>
      <pc:docMkLst>
        <pc:docMk/>
      </pc:docMkLst>
      <pc:sldChg chg="modSp mod">
        <pc:chgData name="Siddharth Bajaj" userId="cd46b3802619ea91" providerId="LiveId" clId="{167C8BD7-E450-4CF3-9A74-5E00378DB741}" dt="2026-05-30T11:32:34.316" v="0" actId="113"/>
        <pc:sldMkLst>
          <pc:docMk/>
          <pc:sldMk cId="0" sldId="256"/>
        </pc:sldMkLst>
        <pc:spChg chg="mod">
          <ac:chgData name="Siddharth Bajaj" userId="cd46b3802619ea91" providerId="LiveId" clId="{167C8BD7-E450-4CF3-9A74-5E00378DB741}" dt="2026-05-30T11:32:34.316" v="0" actId="113"/>
          <ac:spMkLst>
            <pc:docMk/>
            <pc:sldMk cId="0" sldId="256"/>
            <ac:spMk id="289" creationId="{00000000-0000-0000-0000-000000000000}"/>
          </ac:spMkLst>
        </pc:spChg>
      </pc:sldChg>
      <pc:sldChg chg="modSp mod">
        <pc:chgData name="Siddharth Bajaj" userId="cd46b3802619ea91" providerId="LiveId" clId="{167C8BD7-E450-4CF3-9A74-5E00378DB741}" dt="2026-05-30T11:33:38.129" v="7" actId="14100"/>
        <pc:sldMkLst>
          <pc:docMk/>
          <pc:sldMk cId="0" sldId="257"/>
        </pc:sldMkLst>
        <pc:spChg chg="mod">
          <ac:chgData name="Siddharth Bajaj" userId="cd46b3802619ea91" providerId="LiveId" clId="{167C8BD7-E450-4CF3-9A74-5E00378DB741}" dt="2026-05-30T11:32:54.182" v="2" actId="113"/>
          <ac:spMkLst>
            <pc:docMk/>
            <pc:sldMk cId="0" sldId="257"/>
            <ac:spMk id="295" creationId="{00000000-0000-0000-0000-000000000000}"/>
          </ac:spMkLst>
        </pc:spChg>
        <pc:spChg chg="mod">
          <ac:chgData name="Siddharth Bajaj" userId="cd46b3802619ea91" providerId="LiveId" clId="{167C8BD7-E450-4CF3-9A74-5E00378DB741}" dt="2026-05-30T11:33:38.129" v="7" actId="14100"/>
          <ac:spMkLst>
            <pc:docMk/>
            <pc:sldMk cId="0" sldId="257"/>
            <ac:spMk id="296" creationId="{00000000-0000-0000-0000-000000000000}"/>
          </ac:spMkLst>
        </pc:spChg>
      </pc:sldChg>
      <pc:sldChg chg="modSp mod">
        <pc:chgData name="Siddharth Bajaj" userId="cd46b3802619ea91" providerId="LiveId" clId="{167C8BD7-E450-4CF3-9A74-5E00378DB741}" dt="2026-05-30T11:32:49.453" v="1" actId="113"/>
        <pc:sldMkLst>
          <pc:docMk/>
          <pc:sldMk cId="0" sldId="258"/>
        </pc:sldMkLst>
        <pc:spChg chg="mod">
          <ac:chgData name="Siddharth Bajaj" userId="cd46b3802619ea91" providerId="LiveId" clId="{167C8BD7-E450-4CF3-9A74-5E00378DB741}" dt="2026-05-30T11:32:49.453" v="1" actId="113"/>
          <ac:spMkLst>
            <pc:docMk/>
            <pc:sldMk cId="0" sldId="258"/>
            <ac:spMk id="308" creationId="{00000000-0000-0000-0000-000000000000}"/>
          </ac:spMkLst>
        </pc:spChg>
      </pc:sldChg>
      <pc:sldChg chg="addSp delSp modSp del mod">
        <pc:chgData name="Siddharth Bajaj" userId="cd46b3802619ea91" providerId="LiveId" clId="{167C8BD7-E450-4CF3-9A74-5E00378DB741}" dt="2026-05-30T11:46:08.583" v="68" actId="47"/>
        <pc:sldMkLst>
          <pc:docMk/>
          <pc:sldMk cId="0" sldId="260"/>
        </pc:sldMkLst>
        <pc:spChg chg="add del mod">
          <ac:chgData name="Siddharth Bajaj" userId="cd46b3802619ea91" providerId="LiveId" clId="{167C8BD7-E450-4CF3-9A74-5E00378DB741}" dt="2026-05-30T11:44:51.131" v="30" actId="478"/>
          <ac:spMkLst>
            <pc:docMk/>
            <pc:sldMk cId="0" sldId="260"/>
            <ac:spMk id="3" creationId="{DEC267E8-CB18-280E-55BB-02AB0BBDBF0C}"/>
          </ac:spMkLst>
        </pc:spChg>
        <pc:spChg chg="add del mod">
          <ac:chgData name="Siddharth Bajaj" userId="cd46b3802619ea91" providerId="LiveId" clId="{167C8BD7-E450-4CF3-9A74-5E00378DB741}" dt="2026-05-30T11:45:00.848" v="33" actId="478"/>
          <ac:spMkLst>
            <pc:docMk/>
            <pc:sldMk cId="0" sldId="260"/>
            <ac:spMk id="5" creationId="{ED1D862D-BDF3-F11A-D144-F27807E3140C}"/>
          </ac:spMkLst>
        </pc:spChg>
        <pc:spChg chg="add del mod">
          <ac:chgData name="Siddharth Bajaj" userId="cd46b3802619ea91" providerId="LiveId" clId="{167C8BD7-E450-4CF3-9A74-5E00378DB741}" dt="2026-05-30T11:45:05.945" v="35" actId="478"/>
          <ac:spMkLst>
            <pc:docMk/>
            <pc:sldMk cId="0" sldId="260"/>
            <ac:spMk id="7" creationId="{0AB0BF8A-8EE8-32D9-374B-40692B5EE013}"/>
          </ac:spMkLst>
        </pc:spChg>
        <pc:spChg chg="add del mod">
          <ac:chgData name="Siddharth Bajaj" userId="cd46b3802619ea91" providerId="LiveId" clId="{167C8BD7-E450-4CF3-9A74-5E00378DB741}" dt="2026-05-30T11:45:10.320" v="37" actId="478"/>
          <ac:spMkLst>
            <pc:docMk/>
            <pc:sldMk cId="0" sldId="260"/>
            <ac:spMk id="9" creationId="{508197D0-03B7-31BD-9C08-723240898034}"/>
          </ac:spMkLst>
        </pc:spChg>
        <pc:spChg chg="add del mod">
          <ac:chgData name="Siddharth Bajaj" userId="cd46b3802619ea91" providerId="LiveId" clId="{167C8BD7-E450-4CF3-9A74-5E00378DB741}" dt="2026-05-30T11:45:15.720" v="40" actId="478"/>
          <ac:spMkLst>
            <pc:docMk/>
            <pc:sldMk cId="0" sldId="260"/>
            <ac:spMk id="11" creationId="{EDC3A1AC-F221-4A9F-118A-816462F0FA43}"/>
          </ac:spMkLst>
        </pc:spChg>
        <pc:spChg chg="add del mod">
          <ac:chgData name="Siddharth Bajaj" userId="cd46b3802619ea91" providerId="LiveId" clId="{167C8BD7-E450-4CF3-9A74-5E00378DB741}" dt="2026-05-30T11:45:23.454" v="43" actId="478"/>
          <ac:spMkLst>
            <pc:docMk/>
            <pc:sldMk cId="0" sldId="260"/>
            <ac:spMk id="13" creationId="{7F480B8F-E049-8F31-FBC0-FF3485C9E597}"/>
          </ac:spMkLst>
        </pc:spChg>
        <pc:spChg chg="mod">
          <ac:chgData name="Siddharth Bajaj" userId="cd46b3802619ea91" providerId="LiveId" clId="{167C8BD7-E450-4CF3-9A74-5E00378DB741}" dt="2026-05-30T11:44:33.208" v="28" actId="20577"/>
          <ac:spMkLst>
            <pc:docMk/>
            <pc:sldMk cId="0" sldId="260"/>
            <ac:spMk id="336" creationId="{00000000-0000-0000-0000-000000000000}"/>
          </ac:spMkLst>
        </pc:spChg>
        <pc:spChg chg="del">
          <ac:chgData name="Siddharth Bajaj" userId="cd46b3802619ea91" providerId="LiveId" clId="{167C8BD7-E450-4CF3-9A74-5E00378DB741}" dt="2026-05-30T11:44:48.892" v="29" actId="478"/>
          <ac:spMkLst>
            <pc:docMk/>
            <pc:sldMk cId="0" sldId="260"/>
            <ac:spMk id="337" creationId="{00000000-0000-0000-0000-000000000000}"/>
          </ac:spMkLst>
        </pc:spChg>
        <pc:spChg chg="del">
          <ac:chgData name="Siddharth Bajaj" userId="cd46b3802619ea91" providerId="LiveId" clId="{167C8BD7-E450-4CF3-9A74-5E00378DB741}" dt="2026-05-30T11:45:03.482" v="34" actId="478"/>
          <ac:spMkLst>
            <pc:docMk/>
            <pc:sldMk cId="0" sldId="260"/>
            <ac:spMk id="338" creationId="{00000000-0000-0000-0000-000000000000}"/>
          </ac:spMkLst>
        </pc:spChg>
        <pc:spChg chg="del mod">
          <ac:chgData name="Siddharth Bajaj" userId="cd46b3802619ea91" providerId="LiveId" clId="{167C8BD7-E450-4CF3-9A74-5E00378DB741}" dt="2026-05-30T11:45:13.478" v="39" actId="478"/>
          <ac:spMkLst>
            <pc:docMk/>
            <pc:sldMk cId="0" sldId="260"/>
            <ac:spMk id="339" creationId="{00000000-0000-0000-0000-000000000000}"/>
          </ac:spMkLst>
        </pc:spChg>
        <pc:spChg chg="del">
          <ac:chgData name="Siddharth Bajaj" userId="cd46b3802619ea91" providerId="LiveId" clId="{167C8BD7-E450-4CF3-9A74-5E00378DB741}" dt="2026-05-30T11:44:58.618" v="32" actId="478"/>
          <ac:spMkLst>
            <pc:docMk/>
            <pc:sldMk cId="0" sldId="260"/>
            <ac:spMk id="340" creationId="{00000000-0000-0000-0000-000000000000}"/>
          </ac:spMkLst>
        </pc:spChg>
        <pc:spChg chg="del">
          <ac:chgData name="Siddharth Bajaj" userId="cd46b3802619ea91" providerId="LiveId" clId="{167C8BD7-E450-4CF3-9A74-5E00378DB741}" dt="2026-05-30T11:45:21.802" v="42" actId="478"/>
          <ac:spMkLst>
            <pc:docMk/>
            <pc:sldMk cId="0" sldId="260"/>
            <ac:spMk id="341" creationId="{00000000-0000-0000-0000-000000000000}"/>
          </ac:spMkLst>
        </pc:spChg>
        <pc:spChg chg="del">
          <ac:chgData name="Siddharth Bajaj" userId="cd46b3802619ea91" providerId="LiveId" clId="{167C8BD7-E450-4CF3-9A74-5E00378DB741}" dt="2026-05-30T11:45:08.803" v="36" actId="478"/>
          <ac:spMkLst>
            <pc:docMk/>
            <pc:sldMk cId="0" sldId="260"/>
            <ac:spMk id="342" creationId="{00000000-0000-0000-0000-000000000000}"/>
          </ac:spMkLst>
        </pc:spChg>
        <pc:grpChg chg="del">
          <ac:chgData name="Siddharth Bajaj" userId="cd46b3802619ea91" providerId="LiveId" clId="{167C8BD7-E450-4CF3-9A74-5E00378DB741}" dt="2026-05-30T11:45:19.036" v="41" actId="478"/>
          <ac:grpSpMkLst>
            <pc:docMk/>
            <pc:sldMk cId="0" sldId="260"/>
            <ac:grpSpMk id="343" creationId="{00000000-0000-0000-0000-000000000000}"/>
          </ac:grpSpMkLst>
        </pc:grpChg>
        <pc:grpChg chg="del">
          <ac:chgData name="Siddharth Bajaj" userId="cd46b3802619ea91" providerId="LiveId" clId="{167C8BD7-E450-4CF3-9A74-5E00378DB741}" dt="2026-05-30T11:45:27.526" v="44" actId="478"/>
          <ac:grpSpMkLst>
            <pc:docMk/>
            <pc:sldMk cId="0" sldId="260"/>
            <ac:grpSpMk id="352" creationId="{00000000-0000-0000-0000-000000000000}"/>
          </ac:grpSpMkLst>
        </pc:grpChg>
        <pc:grpChg chg="del">
          <ac:chgData name="Siddharth Bajaj" userId="cd46b3802619ea91" providerId="LiveId" clId="{167C8BD7-E450-4CF3-9A74-5E00378DB741}" dt="2026-05-30T11:44:54.854" v="31" actId="478"/>
          <ac:grpSpMkLst>
            <pc:docMk/>
            <pc:sldMk cId="0" sldId="260"/>
            <ac:grpSpMk id="361" creationId="{00000000-0000-0000-0000-000000000000}"/>
          </ac:grpSpMkLst>
        </pc:grpChg>
      </pc:sldChg>
      <pc:sldChg chg="modSp mod">
        <pc:chgData name="Siddharth Bajaj" userId="cd46b3802619ea91" providerId="LiveId" clId="{167C8BD7-E450-4CF3-9A74-5E00378DB741}" dt="2026-05-30T21:56:33.733" v="167"/>
        <pc:sldMkLst>
          <pc:docMk/>
          <pc:sldMk cId="0" sldId="261"/>
        </pc:sldMkLst>
        <pc:spChg chg="mod">
          <ac:chgData name="Siddharth Bajaj" userId="cd46b3802619ea91" providerId="LiveId" clId="{167C8BD7-E450-4CF3-9A74-5E00378DB741}" dt="2026-05-30T21:56:33.733" v="167"/>
          <ac:spMkLst>
            <pc:docMk/>
            <pc:sldMk cId="0" sldId="261"/>
            <ac:spMk id="374" creationId="{00000000-0000-0000-0000-000000000000}"/>
          </ac:spMkLst>
        </pc:spChg>
      </pc:sldChg>
      <pc:sldChg chg="addSp delSp modSp add mod">
        <pc:chgData name="Siddharth Bajaj" userId="cd46b3802619ea91" providerId="LiveId" clId="{167C8BD7-E450-4CF3-9A74-5E00378DB741}" dt="2026-05-30T21:57:36.519" v="191" actId="255"/>
        <pc:sldMkLst>
          <pc:docMk/>
          <pc:sldMk cId="2971768638" sldId="308"/>
        </pc:sldMkLst>
        <pc:spChg chg="del mod">
          <ac:chgData name="Siddharth Bajaj" userId="cd46b3802619ea91" providerId="LiveId" clId="{167C8BD7-E450-4CF3-9A74-5E00378DB741}" dt="2026-05-30T11:46:45.501" v="75"/>
          <ac:spMkLst>
            <pc:docMk/>
            <pc:sldMk cId="2971768638" sldId="308"/>
            <ac:spMk id="2" creationId="{6A32323C-CA40-427E-D25D-E6BDF8F28E21}"/>
          </ac:spMkLst>
        </pc:spChg>
        <pc:spChg chg="add del mod">
          <ac:chgData name="Siddharth Bajaj" userId="cd46b3802619ea91" providerId="LiveId" clId="{167C8BD7-E450-4CF3-9A74-5E00378DB741}" dt="2026-05-30T11:58:35.903" v="100"/>
          <ac:spMkLst>
            <pc:docMk/>
            <pc:sldMk cId="2971768638" sldId="308"/>
            <ac:spMk id="15" creationId="{F1F4044F-0C6B-3666-6615-14B3EAA2D68E}"/>
          </ac:spMkLst>
        </pc:spChg>
        <pc:spChg chg="add mod">
          <ac:chgData name="Siddharth Bajaj" userId="cd46b3802619ea91" providerId="LiveId" clId="{167C8BD7-E450-4CF3-9A74-5E00378DB741}" dt="2026-05-30T12:02:04.317" v="143" actId="113"/>
          <ac:spMkLst>
            <pc:docMk/>
            <pc:sldMk cId="2971768638" sldId="308"/>
            <ac:spMk id="17" creationId="{FA293750-3077-A332-9241-00CC81CA4CEC}"/>
          </ac:spMkLst>
        </pc:spChg>
        <pc:spChg chg="add mod">
          <ac:chgData name="Siddharth Bajaj" userId="cd46b3802619ea91" providerId="LiveId" clId="{167C8BD7-E450-4CF3-9A74-5E00378DB741}" dt="2026-05-30T12:02:01.007" v="142" actId="113"/>
          <ac:spMkLst>
            <pc:docMk/>
            <pc:sldMk cId="2971768638" sldId="308"/>
            <ac:spMk id="20" creationId="{AA1DD376-5E92-483A-BC81-4344866B39DA}"/>
          </ac:spMkLst>
        </pc:spChg>
        <pc:spChg chg="add mod">
          <ac:chgData name="Siddharth Bajaj" userId="cd46b3802619ea91" providerId="LiveId" clId="{167C8BD7-E450-4CF3-9A74-5E00378DB741}" dt="2026-05-30T21:57:36.519" v="191" actId="255"/>
          <ac:spMkLst>
            <pc:docMk/>
            <pc:sldMk cId="2971768638" sldId="308"/>
            <ac:spMk id="23" creationId="{D22514C3-DFBB-DA7C-0CEF-455695A425F1}"/>
          </ac:spMkLst>
        </pc:spChg>
        <pc:spChg chg="mod">
          <ac:chgData name="Siddharth Bajaj" userId="cd46b3802619ea91" providerId="LiveId" clId="{167C8BD7-E450-4CF3-9A74-5E00378DB741}" dt="2026-05-30T11:46:06.068" v="67" actId="20577"/>
          <ac:spMkLst>
            <pc:docMk/>
            <pc:sldMk cId="2971768638" sldId="308"/>
            <ac:spMk id="295" creationId="{18F6262E-4840-0B77-121B-D9DFD2634299}"/>
          </ac:spMkLst>
        </pc:spChg>
        <pc:spChg chg="mod">
          <ac:chgData name="Siddharth Bajaj" userId="cd46b3802619ea91" providerId="LiveId" clId="{167C8BD7-E450-4CF3-9A74-5E00378DB741}" dt="2026-05-30T12:02:09.818" v="144" actId="1076"/>
          <ac:spMkLst>
            <pc:docMk/>
            <pc:sldMk cId="2971768638" sldId="308"/>
            <ac:spMk id="298" creationId="{EC7EED38-947E-1DB9-A94C-8F4FEFF56720}"/>
          </ac:spMkLst>
        </pc:spChg>
        <pc:picChg chg="add del mod">
          <ac:chgData name="Siddharth Bajaj" userId="cd46b3802619ea91" providerId="LiveId" clId="{167C8BD7-E450-4CF3-9A74-5E00378DB741}" dt="2026-05-30T11:46:45.501" v="73" actId="478"/>
          <ac:picMkLst>
            <pc:docMk/>
            <pc:sldMk cId="2971768638" sldId="308"/>
            <ac:picMk id="4" creationId="{9284F4ED-5343-4EC4-DB3B-5931E44F7327}"/>
          </ac:picMkLst>
        </pc:picChg>
        <pc:picChg chg="add del mod">
          <ac:chgData name="Siddharth Bajaj" userId="cd46b3802619ea91" providerId="LiveId" clId="{167C8BD7-E450-4CF3-9A74-5E00378DB741}" dt="2026-05-30T11:47:26.238" v="77" actId="478"/>
          <ac:picMkLst>
            <pc:docMk/>
            <pc:sldMk cId="2971768638" sldId="308"/>
            <ac:picMk id="6" creationId="{19674856-72D3-113F-C3FA-32CE3B8486B1}"/>
          </ac:picMkLst>
        </pc:picChg>
        <pc:picChg chg="add del mod">
          <ac:chgData name="Siddharth Bajaj" userId="cd46b3802619ea91" providerId="LiveId" clId="{167C8BD7-E450-4CF3-9A74-5E00378DB741}" dt="2026-05-30T11:57:04.402" v="83" actId="478"/>
          <ac:picMkLst>
            <pc:docMk/>
            <pc:sldMk cId="2971768638" sldId="308"/>
            <ac:picMk id="8" creationId="{C7E23891-35B7-89A5-191C-ED45094D8CA5}"/>
          </ac:picMkLst>
        </pc:picChg>
        <pc:picChg chg="add del mod">
          <ac:chgData name="Siddharth Bajaj" userId="cd46b3802619ea91" providerId="LiveId" clId="{167C8BD7-E450-4CF3-9A74-5E00378DB741}" dt="2026-05-30T11:57:04.402" v="83" actId="478"/>
          <ac:picMkLst>
            <pc:docMk/>
            <pc:sldMk cId="2971768638" sldId="308"/>
            <ac:picMk id="10" creationId="{647BFF00-577E-6258-7AE9-3E9DD743FE1D}"/>
          </ac:picMkLst>
        </pc:picChg>
        <pc:picChg chg="add del mod">
          <ac:chgData name="Siddharth Bajaj" userId="cd46b3802619ea91" providerId="LiveId" clId="{167C8BD7-E450-4CF3-9A74-5E00378DB741}" dt="2026-05-30T11:57:04.402" v="83" actId="478"/>
          <ac:picMkLst>
            <pc:docMk/>
            <pc:sldMk cId="2971768638" sldId="308"/>
            <ac:picMk id="12" creationId="{E90DAAAD-7924-4FA6-E636-5E53E8327F70}"/>
          </ac:picMkLst>
        </pc:picChg>
        <pc:picChg chg="add mod">
          <ac:chgData name="Siddharth Bajaj" userId="cd46b3802619ea91" providerId="LiveId" clId="{167C8BD7-E450-4CF3-9A74-5E00378DB741}" dt="2026-05-30T12:01:07.579" v="132" actId="1076"/>
          <ac:picMkLst>
            <pc:docMk/>
            <pc:sldMk cId="2971768638" sldId="308"/>
            <ac:picMk id="14" creationId="{0B517F9F-CEF1-0030-FDF9-732021D6BA90}"/>
          </ac:picMkLst>
        </pc:picChg>
        <pc:picChg chg="add mod">
          <ac:chgData name="Siddharth Bajaj" userId="cd46b3802619ea91" providerId="LiveId" clId="{167C8BD7-E450-4CF3-9A74-5E00378DB741}" dt="2026-05-30T12:00:46.273" v="128" actId="14100"/>
          <ac:picMkLst>
            <pc:docMk/>
            <pc:sldMk cId="2971768638" sldId="308"/>
            <ac:picMk id="19" creationId="{AEF23C68-59E0-53FE-3697-D60344414FDC}"/>
          </ac:picMkLst>
        </pc:picChg>
        <pc:picChg chg="add mod">
          <ac:chgData name="Siddharth Bajaj" userId="cd46b3802619ea91" providerId="LiveId" clId="{167C8BD7-E450-4CF3-9A74-5E00378DB741}" dt="2026-05-30T12:01:10.611" v="133" actId="14100"/>
          <ac:picMkLst>
            <pc:docMk/>
            <pc:sldMk cId="2971768638" sldId="308"/>
            <ac:picMk id="22" creationId="{64BDF493-9F7C-4C60-B1E6-CACE1B5EF523}"/>
          </ac:picMkLst>
        </pc:picChg>
      </pc:sldChg>
      <pc:sldMasterChg chg="delSldLayout">
        <pc:chgData name="Siddharth Bajaj" userId="cd46b3802619ea91" providerId="LiveId" clId="{167C8BD7-E450-4CF3-9A74-5E00378DB741}" dt="2026-05-30T11:46:08.583" v="68" actId="47"/>
        <pc:sldMasterMkLst>
          <pc:docMk/>
          <pc:sldMasterMk cId="0" sldId="2147483678"/>
        </pc:sldMasterMkLst>
        <pc:sldLayoutChg chg="del">
          <pc:chgData name="Siddharth Bajaj" userId="cd46b3802619ea91" providerId="LiveId" clId="{167C8BD7-E450-4CF3-9A74-5E00378DB741}" dt="2026-05-30T11:46:08.583" v="68" actId="47"/>
          <pc:sldLayoutMkLst>
            <pc:docMk/>
            <pc:sldMasterMk cId="0" sldId="2147483678"/>
            <pc:sldLayoutMk cId="0" sldId="2147483666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768ca7ef44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87" name="Google Shape;287;g2768ca7ef44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33f6155f6d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93" name="Google Shape;293;g133f6155f6d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768bdccc6f_2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02" name="Google Shape;302;g2768bdccc6f_2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>
          <a:extLst>
            <a:ext uri="{FF2B5EF4-FFF2-40B4-BE49-F238E27FC236}">
              <a16:creationId xmlns:a16="http://schemas.microsoft.com/office/drawing/2014/main" id="{71CF065D-57A9-0894-C06D-5E8673988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33f6155f6d_0_3:notes">
            <a:extLst>
              <a:ext uri="{FF2B5EF4-FFF2-40B4-BE49-F238E27FC236}">
                <a16:creationId xmlns:a16="http://schemas.microsoft.com/office/drawing/2014/main" id="{406B6FE4-8C37-2AB5-8FA1-13B0F137DC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93" name="Google Shape;293;g133f6155f6d_0_3:notes">
            <a:extLst>
              <a:ext uri="{FF2B5EF4-FFF2-40B4-BE49-F238E27FC236}">
                <a16:creationId xmlns:a16="http://schemas.microsoft.com/office/drawing/2014/main" id="{AA4F8BC9-6AFB-1AC4-CFEE-45F8A40C45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04508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>
          <a:extLst>
            <a:ext uri="{FF2B5EF4-FFF2-40B4-BE49-F238E27FC236}">
              <a16:creationId xmlns:a16="http://schemas.microsoft.com/office/drawing/2014/main" id="{BE8AA9CF-E6DD-E3DB-DCE4-5D94B6B03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33f6155f6d_0_3:notes">
            <a:extLst>
              <a:ext uri="{FF2B5EF4-FFF2-40B4-BE49-F238E27FC236}">
                <a16:creationId xmlns:a16="http://schemas.microsoft.com/office/drawing/2014/main" id="{BCC1C443-7CD3-9F8A-7598-3F52ED5405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93" name="Google Shape;293;g133f6155f6d_0_3:notes">
            <a:extLst>
              <a:ext uri="{FF2B5EF4-FFF2-40B4-BE49-F238E27FC236}">
                <a16:creationId xmlns:a16="http://schemas.microsoft.com/office/drawing/2014/main" id="{16C12148-F685-42E8-84F0-B4A40BDAAF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54372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>
          <a:extLst>
            <a:ext uri="{FF2B5EF4-FFF2-40B4-BE49-F238E27FC236}">
              <a16:creationId xmlns:a16="http://schemas.microsoft.com/office/drawing/2014/main" id="{B0331D0E-B7E9-35FF-9726-CD6E55430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33f6155f6d_0_3:notes">
            <a:extLst>
              <a:ext uri="{FF2B5EF4-FFF2-40B4-BE49-F238E27FC236}">
                <a16:creationId xmlns:a16="http://schemas.microsoft.com/office/drawing/2014/main" id="{DD232353-E298-853E-EBF0-23ACDDC715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93" name="Google Shape;293;g133f6155f6d_0_3:notes">
            <a:extLst>
              <a:ext uri="{FF2B5EF4-FFF2-40B4-BE49-F238E27FC236}">
                <a16:creationId xmlns:a16="http://schemas.microsoft.com/office/drawing/2014/main" id="{974A5A5C-66FE-45F8-2306-BC59B0A1F5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55881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ed9256fe6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72" name="Google Shape;372;ged9256fe6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7346075" y="130450"/>
            <a:ext cx="4889100" cy="4889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>
            <a:off x="727425" y="-49275"/>
            <a:ext cx="7703400" cy="5243325"/>
            <a:chOff x="727425" y="-49275"/>
            <a:chExt cx="7703400" cy="5243325"/>
          </a:xfrm>
        </p:grpSpPr>
        <p:sp>
          <p:nvSpPr>
            <p:cNvPr id="11" name="Google Shape;11;p2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2" name="Google Shape;12;p2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13;p2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87125" y="1670213"/>
            <a:ext cx="5897400" cy="13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1087125" y="2997488"/>
            <a:ext cx="58974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" name="Google Shape;46;p6"/>
          <p:cNvGrpSpPr/>
          <p:nvPr/>
        </p:nvGrpSpPr>
        <p:grpSpPr>
          <a:xfrm>
            <a:off x="232200" y="-49400"/>
            <a:ext cx="8679000" cy="5250800"/>
            <a:chOff x="232200" y="-49400"/>
            <a:chExt cx="8679000" cy="5250800"/>
          </a:xfrm>
        </p:grpSpPr>
        <p:grpSp>
          <p:nvGrpSpPr>
            <p:cNvPr id="47" name="Google Shape;47;p6"/>
            <p:cNvGrpSpPr/>
            <p:nvPr/>
          </p:nvGrpSpPr>
          <p:grpSpPr>
            <a:xfrm>
              <a:off x="232200" y="-49400"/>
              <a:ext cx="8679000" cy="5250800"/>
              <a:chOff x="232200" y="-49400"/>
              <a:chExt cx="8679000" cy="5250800"/>
            </a:xfrm>
          </p:grpSpPr>
          <p:sp>
            <p:nvSpPr>
              <p:cNvPr id="48" name="Google Shape;48;p6"/>
              <p:cNvSpPr/>
              <p:nvPr/>
            </p:nvSpPr>
            <p:spPr>
              <a:xfrm>
                <a:off x="232200" y="232800"/>
                <a:ext cx="8679000" cy="4684500"/>
              </a:xfrm>
              <a:prstGeom prst="rect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49" name="Google Shape;49;p6"/>
              <p:cNvCxnSpPr/>
              <p:nvPr/>
            </p:nvCxnSpPr>
            <p:spPr>
              <a:xfrm rot="10800000">
                <a:off x="8911200" y="-494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" name="Google Shape;50;p6"/>
              <p:cNvCxnSpPr/>
              <p:nvPr/>
            </p:nvCxnSpPr>
            <p:spPr>
              <a:xfrm rot="10800000">
                <a:off x="232200" y="49173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51" name="Google Shape;51;p6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/>
          <p:nvPr/>
        </p:nvSpPr>
        <p:spPr>
          <a:xfrm>
            <a:off x="-2613450" y="-126025"/>
            <a:ext cx="5402100" cy="5402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" name="Google Shape;70;p9"/>
          <p:cNvGrpSpPr/>
          <p:nvPr/>
        </p:nvGrpSpPr>
        <p:grpSpPr>
          <a:xfrm>
            <a:off x="727425" y="-49275"/>
            <a:ext cx="7703400" cy="5243325"/>
            <a:chOff x="727425" y="-49275"/>
            <a:chExt cx="7703400" cy="5243325"/>
          </a:xfrm>
        </p:grpSpPr>
        <p:sp>
          <p:nvSpPr>
            <p:cNvPr id="71" name="Google Shape;71;p9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2" name="Google Shape;72;p9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" name="Google Shape;73;p9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4" name="Google Shape;74;p9"/>
          <p:cNvSpPr txBox="1">
            <a:spLocks noGrp="1"/>
          </p:cNvSpPr>
          <p:nvPr>
            <p:ph type="title"/>
          </p:nvPr>
        </p:nvSpPr>
        <p:spPr>
          <a:xfrm>
            <a:off x="3496850" y="1021763"/>
            <a:ext cx="4294800" cy="20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subTitle" idx="1"/>
          </p:nvPr>
        </p:nvSpPr>
        <p:spPr>
          <a:xfrm>
            <a:off x="3496850" y="3117038"/>
            <a:ext cx="4294800" cy="10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/>
          <p:nvPr/>
        </p:nvSpPr>
        <p:spPr>
          <a:xfrm>
            <a:off x="-941925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0" name="Google Shape;90;p13"/>
          <p:cNvGrpSpPr/>
          <p:nvPr/>
        </p:nvGrpSpPr>
        <p:grpSpPr>
          <a:xfrm>
            <a:off x="-19050" y="232800"/>
            <a:ext cx="9189150" cy="4684500"/>
            <a:chOff x="-19050" y="232800"/>
            <a:chExt cx="9189150" cy="4684500"/>
          </a:xfrm>
        </p:grpSpPr>
        <p:sp>
          <p:nvSpPr>
            <p:cNvPr id="91" name="Google Shape;91;p13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92" name="Google Shape;92;p13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3" name="Google Shape;93;p13"/>
            <p:cNvCxnSpPr/>
            <p:nvPr/>
          </p:nvCxnSpPr>
          <p:spPr>
            <a:xfrm rot="10800000">
              <a:off x="8911200" y="4917300"/>
              <a:ext cx="258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4" name="Google Shape;94;p13"/>
          <p:cNvSpPr txBox="1">
            <a:spLocks noGrp="1"/>
          </p:cNvSpPr>
          <p:nvPr>
            <p:ph type="title"/>
          </p:nvPr>
        </p:nvSpPr>
        <p:spPr>
          <a:xfrm>
            <a:off x="6632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1"/>
          </p:nvPr>
        </p:nvSpPr>
        <p:spPr>
          <a:xfrm>
            <a:off x="788675" y="21058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2"/>
          </p:nvPr>
        </p:nvSpPr>
        <p:spPr>
          <a:xfrm>
            <a:off x="788675" y="3772552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subTitle" idx="3"/>
          </p:nvPr>
        </p:nvSpPr>
        <p:spPr>
          <a:xfrm>
            <a:off x="3418500" y="3772552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subTitle" idx="4"/>
          </p:nvPr>
        </p:nvSpPr>
        <p:spPr>
          <a:xfrm>
            <a:off x="3418500" y="21058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title" idx="5" hasCustomPrompt="1"/>
          </p:nvPr>
        </p:nvSpPr>
        <p:spPr>
          <a:xfrm>
            <a:off x="919575" y="1319650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0" name="Google Shape;100;p13"/>
          <p:cNvSpPr txBox="1">
            <a:spLocks noGrp="1"/>
          </p:cNvSpPr>
          <p:nvPr>
            <p:ph type="title" idx="6" hasCustomPrompt="1"/>
          </p:nvPr>
        </p:nvSpPr>
        <p:spPr>
          <a:xfrm>
            <a:off x="3509050" y="2977575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1" name="Google Shape;101;p13"/>
          <p:cNvSpPr txBox="1">
            <a:spLocks noGrp="1"/>
          </p:cNvSpPr>
          <p:nvPr>
            <p:ph type="title" idx="7" hasCustomPrompt="1"/>
          </p:nvPr>
        </p:nvSpPr>
        <p:spPr>
          <a:xfrm>
            <a:off x="919575" y="2977575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2" name="Google Shape;102;p13"/>
          <p:cNvSpPr txBox="1">
            <a:spLocks noGrp="1"/>
          </p:cNvSpPr>
          <p:nvPr>
            <p:ph type="title" idx="8" hasCustomPrompt="1"/>
          </p:nvPr>
        </p:nvSpPr>
        <p:spPr>
          <a:xfrm>
            <a:off x="3528275" y="1319650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3" name="Google Shape;103;p13"/>
          <p:cNvSpPr txBox="1">
            <a:spLocks noGrp="1"/>
          </p:cNvSpPr>
          <p:nvPr>
            <p:ph type="subTitle" idx="9"/>
          </p:nvPr>
        </p:nvSpPr>
        <p:spPr>
          <a:xfrm>
            <a:off x="6048325" y="3772552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subTitle" idx="13"/>
          </p:nvPr>
        </p:nvSpPr>
        <p:spPr>
          <a:xfrm>
            <a:off x="6048325" y="21058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title" idx="14" hasCustomPrompt="1"/>
          </p:nvPr>
        </p:nvSpPr>
        <p:spPr>
          <a:xfrm>
            <a:off x="6136975" y="2977575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6" name="Google Shape;106;p13"/>
          <p:cNvSpPr txBox="1">
            <a:spLocks noGrp="1"/>
          </p:cNvSpPr>
          <p:nvPr>
            <p:ph type="title" idx="15" hasCustomPrompt="1"/>
          </p:nvPr>
        </p:nvSpPr>
        <p:spPr>
          <a:xfrm>
            <a:off x="6136975" y="1319650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16"/>
          </p:nvPr>
        </p:nvSpPr>
        <p:spPr>
          <a:xfrm>
            <a:off x="788675" y="1848775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ubTitle" idx="17"/>
          </p:nvPr>
        </p:nvSpPr>
        <p:spPr>
          <a:xfrm>
            <a:off x="788675" y="3503023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subTitle" idx="18"/>
          </p:nvPr>
        </p:nvSpPr>
        <p:spPr>
          <a:xfrm>
            <a:off x="3418500" y="3503023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19"/>
          </p:nvPr>
        </p:nvSpPr>
        <p:spPr>
          <a:xfrm>
            <a:off x="3418500" y="1848775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subTitle" idx="20"/>
          </p:nvPr>
        </p:nvSpPr>
        <p:spPr>
          <a:xfrm>
            <a:off x="6048325" y="3503023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21"/>
          </p:nvPr>
        </p:nvSpPr>
        <p:spPr>
          <a:xfrm>
            <a:off x="6048325" y="1848775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4"/>
          <p:cNvSpPr/>
          <p:nvPr/>
        </p:nvSpPr>
        <p:spPr>
          <a:xfrm>
            <a:off x="-2125550" y="3018625"/>
            <a:ext cx="4243200" cy="4243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5" name="Google Shape;115;p14"/>
          <p:cNvGrpSpPr/>
          <p:nvPr/>
        </p:nvGrpSpPr>
        <p:grpSpPr>
          <a:xfrm>
            <a:off x="727425" y="-29250"/>
            <a:ext cx="8550550" cy="4637825"/>
            <a:chOff x="727425" y="-29250"/>
            <a:chExt cx="8550550" cy="4637825"/>
          </a:xfrm>
        </p:grpSpPr>
        <p:sp>
          <p:nvSpPr>
            <p:cNvPr id="116" name="Google Shape;116;p14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17" name="Google Shape;117;p14"/>
            <p:cNvCxnSpPr/>
            <p:nvPr/>
          </p:nvCxnSpPr>
          <p:spPr>
            <a:xfrm rot="10800000">
              <a:off x="727425" y="-29250"/>
              <a:ext cx="0" cy="562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8" name="Google Shape;118;p14"/>
            <p:cNvCxnSpPr/>
            <p:nvPr/>
          </p:nvCxnSpPr>
          <p:spPr>
            <a:xfrm>
              <a:off x="8430775" y="4608575"/>
              <a:ext cx="8472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9" name="Google Shape;119;p14"/>
          <p:cNvSpPr txBox="1">
            <a:spLocks noGrp="1"/>
          </p:cNvSpPr>
          <p:nvPr>
            <p:ph type="title"/>
          </p:nvPr>
        </p:nvSpPr>
        <p:spPr>
          <a:xfrm>
            <a:off x="2212125" y="2464650"/>
            <a:ext cx="59139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20" name="Google Shape;120;p14"/>
          <p:cNvSpPr txBox="1">
            <a:spLocks noGrp="1"/>
          </p:cNvSpPr>
          <p:nvPr>
            <p:ph type="subTitle" idx="1"/>
          </p:nvPr>
        </p:nvSpPr>
        <p:spPr>
          <a:xfrm>
            <a:off x="2212125" y="838350"/>
            <a:ext cx="5913900" cy="162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8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8" name="Google Shape;268;p28"/>
          <p:cNvGrpSpPr/>
          <p:nvPr/>
        </p:nvGrpSpPr>
        <p:grpSpPr>
          <a:xfrm>
            <a:off x="232200" y="-49400"/>
            <a:ext cx="8679000" cy="5250800"/>
            <a:chOff x="232200" y="-49400"/>
            <a:chExt cx="8679000" cy="5250800"/>
          </a:xfrm>
        </p:grpSpPr>
        <p:sp>
          <p:nvSpPr>
            <p:cNvPr id="269" name="Google Shape;269;p28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0" name="Google Shape;270;p28"/>
            <p:cNvGrpSpPr/>
            <p:nvPr/>
          </p:nvGrpSpPr>
          <p:grpSpPr>
            <a:xfrm>
              <a:off x="232200" y="-49400"/>
              <a:ext cx="8679000" cy="5250800"/>
              <a:chOff x="232200" y="-49400"/>
              <a:chExt cx="8679000" cy="5250800"/>
            </a:xfrm>
          </p:grpSpPr>
          <p:cxnSp>
            <p:nvCxnSpPr>
              <p:cNvPr id="271" name="Google Shape;271;p28"/>
              <p:cNvCxnSpPr/>
              <p:nvPr/>
            </p:nvCxnSpPr>
            <p:spPr>
              <a:xfrm rot="10800000">
                <a:off x="232200" y="-494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2" name="Google Shape;272;p28"/>
              <p:cNvCxnSpPr/>
              <p:nvPr/>
            </p:nvCxnSpPr>
            <p:spPr>
              <a:xfrm rot="10800000">
                <a:off x="8911200" y="49173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5" name="Google Shape;275;p29"/>
          <p:cNvGrpSpPr/>
          <p:nvPr/>
        </p:nvGrpSpPr>
        <p:grpSpPr>
          <a:xfrm>
            <a:off x="232200" y="232800"/>
            <a:ext cx="9045000" cy="4975500"/>
            <a:chOff x="232200" y="232800"/>
            <a:chExt cx="9045000" cy="4975500"/>
          </a:xfrm>
        </p:grpSpPr>
        <p:sp>
          <p:nvSpPr>
            <p:cNvPr id="276" name="Google Shape;276;p29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77" name="Google Shape;277;p29"/>
            <p:cNvCxnSpPr/>
            <p:nvPr/>
          </p:nvCxnSpPr>
          <p:spPr>
            <a:xfrm>
              <a:off x="8911200" y="232800"/>
              <a:ext cx="366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8" name="Google Shape;278;p29"/>
            <p:cNvCxnSpPr/>
            <p:nvPr/>
          </p:nvCxnSpPr>
          <p:spPr>
            <a:xfrm>
              <a:off x="232200" y="4917300"/>
              <a:ext cx="1200" cy="2910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 Black"/>
              <a:buNone/>
              <a:defRPr sz="28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5" r:id="rId3"/>
    <p:sldLayoutId id="2147483658" r:id="rId4"/>
    <p:sldLayoutId id="2147483659" r:id="rId5"/>
    <p:sldLayoutId id="2147483660" r:id="rId6"/>
    <p:sldLayoutId id="2147483674" r:id="rId7"/>
    <p:sldLayoutId id="2147483675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youtu.be/ase0gJIejrA?si=4he1JGSI4idwS8OI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ase0gJIejrA?si=4he1JGSI4idwS8OI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github.com/raghazzz/roadent.g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3"/>
          <p:cNvSpPr txBox="1">
            <a:spLocks noGrp="1"/>
          </p:cNvSpPr>
          <p:nvPr>
            <p:ph type="ctrTitle"/>
          </p:nvPr>
        </p:nvSpPr>
        <p:spPr>
          <a:xfrm>
            <a:off x="2764465" y="474041"/>
            <a:ext cx="3317358" cy="87187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/>
              <a:t>WELCOME</a:t>
            </a:r>
            <a:endParaRPr b="1" dirty="0"/>
          </a:p>
        </p:txBody>
      </p:sp>
      <p:sp>
        <p:nvSpPr>
          <p:cNvPr id="290" name="Google Shape;290;p33"/>
          <p:cNvSpPr txBox="1">
            <a:spLocks noGrp="1"/>
          </p:cNvSpPr>
          <p:nvPr>
            <p:ph type="subTitle" idx="1"/>
          </p:nvPr>
        </p:nvSpPr>
        <p:spPr>
          <a:xfrm>
            <a:off x="921489" y="1608180"/>
            <a:ext cx="6436242" cy="24463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sz="1800" b="1" i="1" u="sng" dirty="0"/>
              <a:t>Roadent</a:t>
            </a:r>
            <a:r>
              <a:rPr lang="en-IN" sz="1800" b="1" dirty="0"/>
              <a:t> ~ AI-Powered Road Emergency Assistant</a:t>
            </a:r>
          </a:p>
          <a:p>
            <a:pPr marL="0" lvl="0" indent="0"/>
            <a:endParaRPr lang="en-IN" sz="1800" b="1" dirty="0"/>
          </a:p>
          <a:p>
            <a:pPr marL="0" lvl="0" indent="0"/>
            <a:r>
              <a:rPr lang="en-IN" sz="1800" dirty="0"/>
              <a:t>Road Safety Hackathon 2026</a:t>
            </a:r>
          </a:p>
          <a:p>
            <a:pPr marL="0" lvl="0" indent="0"/>
            <a:r>
              <a:rPr lang="en-IN" sz="1800" dirty="0"/>
              <a:t>CoERS, IIT Madras | RBG Labs </a:t>
            </a:r>
          </a:p>
          <a:p>
            <a:pPr marL="0" lvl="0" indent="0"/>
            <a:endParaRPr lang="en-IN" sz="1800" dirty="0"/>
          </a:p>
          <a:p>
            <a:pPr marL="0" lvl="0" indent="0"/>
            <a:r>
              <a:rPr lang="en-IN" sz="1800" b="1" dirty="0"/>
              <a:t>Theme</a:t>
            </a:r>
            <a:r>
              <a:rPr lang="en-IN" sz="1800" dirty="0"/>
              <a:t>: AI in Road Safety</a:t>
            </a:r>
          </a:p>
          <a:p>
            <a:pPr marL="0" lvl="0" indent="0"/>
            <a:endParaRPr lang="en-IN" sz="1800" dirty="0"/>
          </a:p>
          <a:p>
            <a:pPr marL="0" lvl="0" indent="0"/>
            <a:r>
              <a:rPr lang="en-IN" sz="1800" b="1" dirty="0"/>
              <a:t>Team</a:t>
            </a:r>
            <a:r>
              <a:rPr lang="en-IN" sz="1800" dirty="0"/>
              <a:t>: Raghav Malhotra, Siddharth Bajaj</a:t>
            </a:r>
            <a:endParaRPr sz="1800" dirty="0"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4"/>
          <p:cNvSpPr txBox="1">
            <a:spLocks noGrp="1"/>
          </p:cNvSpPr>
          <p:nvPr>
            <p:ph type="title"/>
          </p:nvPr>
        </p:nvSpPr>
        <p:spPr>
          <a:xfrm>
            <a:off x="716317" y="48658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200" b="1" dirty="0"/>
              <a:t>EVERY SECOND COUNTS. MOST PEOPLE WASTE THEM</a:t>
            </a:r>
            <a:r>
              <a:rPr lang="en-US" sz="2400" dirty="0"/>
              <a:t>.</a:t>
            </a:r>
          </a:p>
        </p:txBody>
      </p:sp>
      <p:sp>
        <p:nvSpPr>
          <p:cNvPr id="296" name="Google Shape;296;p34"/>
          <p:cNvSpPr txBox="1">
            <a:spLocks noGrp="1"/>
          </p:cNvSpPr>
          <p:nvPr>
            <p:ph type="body" idx="4294967295"/>
          </p:nvPr>
        </p:nvSpPr>
        <p:spPr>
          <a:xfrm>
            <a:off x="567600" y="1431653"/>
            <a:ext cx="8347799" cy="26970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en-US" sz="1500" dirty="0"/>
              <a:t>In a road accident, the first 60 minutes are called the "Golden Hour" — timely medical help in this window can mean the difference between life and death.</a:t>
            </a:r>
          </a:p>
          <a:p>
            <a:pPr marL="0" lvl="0" indent="0">
              <a:lnSpc>
                <a:spcPct val="100000"/>
              </a:lnSpc>
              <a:buNone/>
            </a:pPr>
            <a:endParaRPr lang="en-US" sz="1500" dirty="0"/>
          </a:p>
          <a:p>
            <a:pPr marL="0" lvl="0" indent="0">
              <a:lnSpc>
                <a:spcPct val="100000"/>
              </a:lnSpc>
              <a:buNone/>
            </a:pPr>
            <a:r>
              <a:rPr lang="en-US" sz="1500" dirty="0"/>
              <a:t>The reality:</a:t>
            </a:r>
          </a:p>
          <a:p>
            <a:pPr marL="0" lvl="0" indent="0">
              <a:lnSpc>
                <a:spcPct val="100000"/>
              </a:lnSpc>
              <a:buNone/>
            </a:pPr>
            <a:endParaRPr lang="en-US" sz="1500" dirty="0"/>
          </a:p>
          <a:p>
            <a:pPr marL="285750" indent="-285750">
              <a:lnSpc>
                <a:spcPct val="100000"/>
              </a:lnSpc>
            </a:pPr>
            <a:r>
              <a:rPr lang="en-US" sz="1500" dirty="0"/>
              <a:t>Victims and bystanders don't know the nearest hospital</a:t>
            </a:r>
          </a:p>
          <a:p>
            <a:pPr marL="285750" indent="-285750">
              <a:lnSpc>
                <a:spcPct val="100000"/>
              </a:lnSpc>
            </a:pPr>
            <a:r>
              <a:rPr lang="en-US" sz="1500" dirty="0"/>
              <a:t>Emergency numbers work, but locating the closest one doesn't</a:t>
            </a:r>
          </a:p>
          <a:p>
            <a:pPr marL="285750" indent="-285750">
              <a:lnSpc>
                <a:spcPct val="100000"/>
              </a:lnSpc>
            </a:pPr>
            <a:r>
              <a:rPr lang="en-US" sz="1500" dirty="0"/>
              <a:t>No single platform combines hospitals, police, ambulances, and towing by your live location</a:t>
            </a:r>
          </a:p>
          <a:p>
            <a:pPr marL="285750" indent="-285750">
              <a:lnSpc>
                <a:spcPct val="100000"/>
              </a:lnSpc>
            </a:pPr>
            <a:r>
              <a:rPr lang="en-US" sz="1500" dirty="0"/>
              <a:t>Low-network areas make online searches impossible</a:t>
            </a:r>
          </a:p>
          <a:p>
            <a:pPr marL="285750" indent="-285750">
              <a:lnSpc>
                <a:spcPct val="100000"/>
              </a:lnSpc>
            </a:pPr>
            <a:endParaRPr lang="en-US" sz="1500" dirty="0"/>
          </a:p>
          <a:p>
            <a:pPr marL="0" lvl="0" indent="0">
              <a:lnSpc>
                <a:spcPct val="100000"/>
              </a:lnSpc>
              <a:buNone/>
            </a:pPr>
            <a:r>
              <a:rPr lang="en-US" sz="1500" dirty="0"/>
              <a:t>26,000+ road accident deaths annually in Delhi NCR alone.</a:t>
            </a:r>
            <a:endParaRPr sz="1500" dirty="0"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97" name="Google Shape;297;p34"/>
          <p:cNvSpPr txBox="1"/>
          <p:nvPr/>
        </p:nvSpPr>
        <p:spPr>
          <a:xfrm>
            <a:off x="1114702" y="4000475"/>
            <a:ext cx="2144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 u="sng" dirty="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98" name="Google Shape;298;p34"/>
          <p:cNvSpPr txBox="1"/>
          <p:nvPr/>
        </p:nvSpPr>
        <p:spPr>
          <a:xfrm>
            <a:off x="3070125" y="4000475"/>
            <a:ext cx="5261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 u="sng" dirty="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5"/>
          <p:cNvSpPr txBox="1">
            <a:spLocks noGrp="1"/>
          </p:cNvSpPr>
          <p:nvPr>
            <p:ph type="title"/>
          </p:nvPr>
        </p:nvSpPr>
        <p:spPr>
          <a:xfrm>
            <a:off x="586999" y="346175"/>
            <a:ext cx="7857346" cy="13925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br>
              <a:rPr lang="en" dirty="0"/>
            </a:br>
            <a:r>
              <a:rPr lang="en" b="1" dirty="0"/>
              <a:t>ROADENT– TALK TO IT. IT FINDS HELP</a:t>
            </a:r>
            <a:br>
              <a:rPr lang="en" dirty="0"/>
            </a:br>
            <a:endParaRPr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07C7F83-0121-433D-D11D-1ED5FE8D0129}"/>
              </a:ext>
            </a:extLst>
          </p:cNvPr>
          <p:cNvSpPr txBox="1"/>
          <p:nvPr/>
        </p:nvSpPr>
        <p:spPr>
          <a:xfrm>
            <a:off x="586999" y="1738745"/>
            <a:ext cx="7940474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900" dirty="0"/>
              <a:t>Press SOS → nearest services appear in under 1 second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900" dirty="0"/>
              <a:t>Speak your emergency — no typing required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900" dirty="0"/>
              <a:t>Works with zero internet — offline SQLite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900" dirty="0"/>
              <a:t>AI assistant (Mistral) answers follow-up questions in natural language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900" dirty="0"/>
              <a:t>Generates a shareable incident report instantly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/>
              <a:t>Global coverage via OpenStreetMap — works anywhere in the world</a:t>
            </a:r>
            <a:endParaRPr lang="en-IN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>
          <a:extLst>
            <a:ext uri="{FF2B5EF4-FFF2-40B4-BE49-F238E27FC236}">
              <a16:creationId xmlns:a16="http://schemas.microsoft.com/office/drawing/2014/main" id="{45ACBE3A-3A40-46ED-241F-570671B33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4">
            <a:extLst>
              <a:ext uri="{FF2B5EF4-FFF2-40B4-BE49-F238E27FC236}">
                <a16:creationId xmlns:a16="http://schemas.microsoft.com/office/drawing/2014/main" id="{9B2531C2-44E6-6CE1-4796-74761439A3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999" y="417317"/>
            <a:ext cx="7569225" cy="7028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b="1" dirty="0"/>
              <a:t>HOW IT WORKS</a:t>
            </a:r>
            <a:endParaRPr lang="en-US" b="1" dirty="0"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97" name="Google Shape;297;p34">
            <a:extLst>
              <a:ext uri="{FF2B5EF4-FFF2-40B4-BE49-F238E27FC236}">
                <a16:creationId xmlns:a16="http://schemas.microsoft.com/office/drawing/2014/main" id="{AD0B762C-AB93-6459-8B82-0259FA67F0F5}"/>
              </a:ext>
            </a:extLst>
          </p:cNvPr>
          <p:cNvSpPr txBox="1"/>
          <p:nvPr/>
        </p:nvSpPr>
        <p:spPr>
          <a:xfrm>
            <a:off x="1114702" y="4000475"/>
            <a:ext cx="2144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 u="sng" dirty="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98" name="Google Shape;298;p34">
            <a:extLst>
              <a:ext uri="{FF2B5EF4-FFF2-40B4-BE49-F238E27FC236}">
                <a16:creationId xmlns:a16="http://schemas.microsoft.com/office/drawing/2014/main" id="{3A8818AA-E46D-9D02-06C6-1CE0F3A7A6D6}"/>
              </a:ext>
            </a:extLst>
          </p:cNvPr>
          <p:cNvSpPr txBox="1"/>
          <p:nvPr/>
        </p:nvSpPr>
        <p:spPr>
          <a:xfrm>
            <a:off x="3070125" y="4000475"/>
            <a:ext cx="5261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 u="sng" dirty="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525CE4-6087-9482-1257-459F7E37D7DE}"/>
              </a:ext>
            </a:extLst>
          </p:cNvPr>
          <p:cNvSpPr txBox="1"/>
          <p:nvPr/>
        </p:nvSpPr>
        <p:spPr>
          <a:xfrm>
            <a:off x="678437" y="1402196"/>
            <a:ext cx="7246363" cy="3370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dirty="0"/>
              <a:t>User (Browser)</a:t>
            </a:r>
          </a:p>
          <a:p>
            <a:r>
              <a:rPr lang="en-IN" sz="1300" dirty="0"/>
              <a:t>GPS location + message → </a:t>
            </a:r>
            <a:r>
              <a:rPr lang="en-IN" sz="1300" dirty="0" err="1"/>
              <a:t>FastAPI</a:t>
            </a:r>
            <a:r>
              <a:rPr lang="en-IN" sz="1300" dirty="0"/>
              <a:t> Backend → SQLite DB (900+ services)</a:t>
            </a:r>
          </a:p>
          <a:p>
            <a:r>
              <a:rPr lang="en-IN" sz="1300" dirty="0" err="1"/>
              <a:t>FastAPI</a:t>
            </a:r>
            <a:r>
              <a:rPr lang="en-IN" sz="1300" dirty="0"/>
              <a:t> Backend → Mistral AI (natural language reply)</a:t>
            </a:r>
          </a:p>
          <a:p>
            <a:r>
              <a:rPr lang="en-IN" sz="1300" dirty="0" err="1"/>
              <a:t>FastAPI</a:t>
            </a:r>
            <a:r>
              <a:rPr lang="en-IN" sz="1300" dirty="0"/>
              <a:t> Backend → OpenStreetMap Overpass API (global fallback)</a:t>
            </a:r>
          </a:p>
          <a:p>
            <a:r>
              <a:rPr lang="en-IN" sz="1300" dirty="0"/>
              <a:t>All results → Map markers + Chat cards → back to User</a:t>
            </a:r>
          </a:p>
          <a:p>
            <a:endParaRPr lang="en-IN" dirty="0"/>
          </a:p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Tech stack:</a:t>
            </a:r>
          </a:p>
          <a:p>
            <a:r>
              <a:rPr lang="en-IN" dirty="0" err="1"/>
              <a:t>FastAPI</a:t>
            </a:r>
            <a:r>
              <a:rPr lang="en-IN" dirty="0"/>
              <a:t> · Python · SQLite · Mistral AI · Leaflet.js · Web Speech API · OpenStreetMap</a:t>
            </a:r>
          </a:p>
          <a:p>
            <a:endParaRPr lang="en-IN" b="1" dirty="0"/>
          </a:p>
          <a:p>
            <a:r>
              <a:rPr lang="en-IN" b="1" dirty="0"/>
              <a:t>Two-layer data strategy</a:t>
            </a:r>
            <a:r>
              <a:rPr lang="en-IN" dirty="0"/>
              <a:t>:</a:t>
            </a:r>
          </a:p>
          <a:p>
            <a:r>
              <a:rPr lang="en-IN" sz="1200" u="sng" dirty="0"/>
              <a:t>Layer 1 </a:t>
            </a:r>
            <a:r>
              <a:rPr lang="en-IN" sz="1200" dirty="0"/>
              <a:t>— Local SQLite DB with 900+ verified hospitals, police stations, ambulances across Rajasthan, Haryana, Delhi NCR. Works fully offline.</a:t>
            </a:r>
          </a:p>
          <a:p>
            <a:r>
              <a:rPr lang="en-IN" sz="1200" u="sng" dirty="0"/>
              <a:t>Layer 2</a:t>
            </a:r>
            <a:r>
              <a:rPr lang="en-IN" sz="1200" dirty="0"/>
              <a:t> — OpenStreetMap Overpass API fallback for any location globally when local DB is sparse.</a:t>
            </a:r>
          </a:p>
          <a:p>
            <a:endParaRPr lang="en-IN" dirty="0"/>
          </a:p>
          <a:p>
            <a:r>
              <a:rPr lang="en-IN" b="1" dirty="0"/>
              <a:t>Offline mode</a:t>
            </a:r>
            <a:r>
              <a:rPr lang="en-IN" dirty="0"/>
              <a:t>: if Mistral or internet is unavailable, the local DB responds in under 300ms with no API calls at all.</a:t>
            </a:r>
          </a:p>
        </p:txBody>
      </p:sp>
    </p:spTree>
    <p:extLst>
      <p:ext uri="{BB962C8B-B14F-4D97-AF65-F5344CB8AC3E}">
        <p14:creationId xmlns:p14="http://schemas.microsoft.com/office/powerpoint/2010/main" val="2622371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>
          <a:extLst>
            <a:ext uri="{FF2B5EF4-FFF2-40B4-BE49-F238E27FC236}">
              <a16:creationId xmlns:a16="http://schemas.microsoft.com/office/drawing/2014/main" id="{DEB21589-E992-0638-5908-21FAA4DED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4">
            <a:extLst>
              <a:ext uri="{FF2B5EF4-FFF2-40B4-BE49-F238E27FC236}">
                <a16:creationId xmlns:a16="http://schemas.microsoft.com/office/drawing/2014/main" id="{18F6262E-4840-0B77-121B-D9DFD26342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999" y="417317"/>
            <a:ext cx="7569225" cy="7028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b="1" dirty="0"/>
              <a:t>SEE IT IN ACTION</a:t>
            </a:r>
            <a:endParaRPr lang="en-US" b="1" dirty="0"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97" name="Google Shape;297;p34">
            <a:extLst>
              <a:ext uri="{FF2B5EF4-FFF2-40B4-BE49-F238E27FC236}">
                <a16:creationId xmlns:a16="http://schemas.microsoft.com/office/drawing/2014/main" id="{76E5CF7E-EB15-D161-3E15-AF2D90574277}"/>
              </a:ext>
            </a:extLst>
          </p:cNvPr>
          <p:cNvSpPr txBox="1"/>
          <p:nvPr/>
        </p:nvSpPr>
        <p:spPr>
          <a:xfrm>
            <a:off x="1114702" y="4000475"/>
            <a:ext cx="2144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 u="sng" dirty="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98" name="Google Shape;298;p34">
            <a:extLst>
              <a:ext uri="{FF2B5EF4-FFF2-40B4-BE49-F238E27FC236}">
                <a16:creationId xmlns:a16="http://schemas.microsoft.com/office/drawing/2014/main" id="{EC7EED38-947E-1DB9-A94C-8F4FEFF56720}"/>
              </a:ext>
            </a:extLst>
          </p:cNvPr>
          <p:cNvSpPr txBox="1"/>
          <p:nvPr/>
        </p:nvSpPr>
        <p:spPr>
          <a:xfrm>
            <a:off x="4260776" y="3454773"/>
            <a:ext cx="4288035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200" b="1" dirty="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Voice mode active OR offline mode amber banner showing local DB results</a:t>
            </a:r>
            <a:endParaRPr sz="1200" b="1" dirty="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B517F9F-CEF1-0030-FDF9-732021D6BA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534" y="946708"/>
            <a:ext cx="2816566" cy="109418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A293750-3077-A332-9241-00CC81CA4CEC}"/>
              </a:ext>
            </a:extLst>
          </p:cNvPr>
          <p:cNvSpPr txBox="1"/>
          <p:nvPr/>
        </p:nvSpPr>
        <p:spPr>
          <a:xfrm>
            <a:off x="4260776" y="1227027"/>
            <a:ext cx="50512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b="1" dirty="0"/>
              <a:t> The UI: map centred on user location, SOS button, national helpline strip at the bottom (108 · 100 · 101 · 1073)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EF23C68-59E0-53FE-3697-D60344414F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236" y="2166232"/>
            <a:ext cx="3083162" cy="108223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A1DD376-5E92-483A-BC81-4344866B39DA}"/>
              </a:ext>
            </a:extLst>
          </p:cNvPr>
          <p:cNvSpPr txBox="1"/>
          <p:nvPr/>
        </p:nvSpPr>
        <p:spPr>
          <a:xfrm>
            <a:off x="4238866" y="2295528"/>
            <a:ext cx="48033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After pressing SOS: service cards showing nearest hospital, ambulance, police with distances and tap-to-call phone numbers, </a:t>
            </a:r>
            <a:r>
              <a:rPr lang="en-US" sz="1200" b="1" dirty="0" err="1"/>
              <a:t>colour</a:t>
            </a:r>
            <a:r>
              <a:rPr lang="en-US" sz="1200" b="1" dirty="0"/>
              <a:t>-coded map markers plotted</a:t>
            </a:r>
            <a:endParaRPr lang="en-IN" sz="1200" b="1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4BDF493-9F7C-4C60-B1E6-CACE1B5EF5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236" y="3499137"/>
            <a:ext cx="3083162" cy="109418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22514C3-DFBB-DA7C-0CEF-455695A425F1}"/>
              </a:ext>
            </a:extLst>
          </p:cNvPr>
          <p:cNvSpPr txBox="1"/>
          <p:nvPr/>
        </p:nvSpPr>
        <p:spPr>
          <a:xfrm>
            <a:off x="4062449" y="4139984"/>
            <a:ext cx="418809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hlinkClick r:id="rId6"/>
              </a:rPr>
              <a:t>Live demo: https://youtu.be/ase0gJIejrA?si=4he1JGSI4idwS8OI</a:t>
            </a:r>
            <a:endParaRPr lang="en-IN" sz="1300" dirty="0"/>
          </a:p>
        </p:txBody>
      </p:sp>
    </p:spTree>
    <p:extLst>
      <p:ext uri="{BB962C8B-B14F-4D97-AF65-F5344CB8AC3E}">
        <p14:creationId xmlns:p14="http://schemas.microsoft.com/office/powerpoint/2010/main" val="2971768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>
          <a:extLst>
            <a:ext uri="{FF2B5EF4-FFF2-40B4-BE49-F238E27FC236}">
              <a16:creationId xmlns:a16="http://schemas.microsoft.com/office/drawing/2014/main" id="{6BDF41DD-987C-D84A-B485-A3694BE37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4">
            <a:extLst>
              <a:ext uri="{FF2B5EF4-FFF2-40B4-BE49-F238E27FC236}">
                <a16:creationId xmlns:a16="http://schemas.microsoft.com/office/drawing/2014/main" id="{38F3CEA3-D915-BBA1-F914-5328606DE1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999" y="417317"/>
            <a:ext cx="7569225" cy="7028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b="1" dirty="0"/>
              <a:t>HOW ROADENT MEETS EVERY CRITERION</a:t>
            </a:r>
            <a:endParaRPr lang="en-US" dirty="0"/>
          </a:p>
        </p:txBody>
      </p:sp>
      <p:sp>
        <p:nvSpPr>
          <p:cNvPr id="296" name="Google Shape;296;p34">
            <a:extLst>
              <a:ext uri="{FF2B5EF4-FFF2-40B4-BE49-F238E27FC236}">
                <a16:creationId xmlns:a16="http://schemas.microsoft.com/office/drawing/2014/main" id="{374AE6D8-B36A-1821-DE7C-21869C30FB6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26036" y="1120201"/>
            <a:ext cx="8043000" cy="36059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b="1" dirty="0"/>
              <a:t> </a:t>
            </a:r>
          </a:p>
          <a:p>
            <a:pPr marL="285750" indent="-285750">
              <a:lnSpc>
                <a:spcPct val="100000"/>
              </a:lnSpc>
            </a:pPr>
            <a:r>
              <a:rPr lang="en-US" b="1" u="sng" dirty="0"/>
              <a:t>Reliability and data accuracy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US" dirty="0"/>
              <a:t>859 verified CHC and District hospitals from official government dataset, deduplicated by coordinate</a:t>
            </a:r>
          </a:p>
          <a:p>
            <a:pPr marL="285750" indent="-285750">
              <a:lnSpc>
                <a:spcPct val="100000"/>
              </a:lnSpc>
            </a:pPr>
            <a:r>
              <a:rPr lang="en-US" b="1" u="sng" dirty="0"/>
              <a:t>Number of contacts fetched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US" dirty="0"/>
              <a:t>Up to 5 hospitals + 3 police + 3 ambulances per query, all with tap-to-call phone numbers</a:t>
            </a:r>
          </a:p>
          <a:p>
            <a:pPr marL="285750" indent="-285750">
              <a:lnSpc>
                <a:spcPct val="100000"/>
              </a:lnSpc>
            </a:pPr>
            <a:r>
              <a:rPr lang="en-US" b="1" u="sng" dirty="0"/>
              <a:t>Offline functionality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US" dirty="0"/>
              <a:t>Full SQLite local database — core features work with zero internet connection</a:t>
            </a:r>
          </a:p>
          <a:p>
            <a:pPr marL="285750" indent="-285750">
              <a:lnSpc>
                <a:spcPct val="100000"/>
              </a:lnSpc>
            </a:pPr>
            <a:r>
              <a:rPr lang="en-US" b="1" u="sng" dirty="0"/>
              <a:t>Innovation and additional features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US" dirty="0"/>
              <a:t>Voice input and text-to-speech output, multi-turn AI chat, instant incident report generation</a:t>
            </a:r>
          </a:p>
          <a:p>
            <a:pPr marL="285750" indent="-285750">
              <a:lnSpc>
                <a:spcPct val="100000"/>
              </a:lnSpc>
            </a:pPr>
            <a:r>
              <a:rPr lang="en-US" b="1" u="sng" dirty="0"/>
              <a:t>Global applicability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US" dirty="0"/>
              <a:t>OpenStreetMap Overpass API fallback covers any country worldwide automatically</a:t>
            </a:r>
          </a:p>
          <a:p>
            <a:pPr marL="285750" indent="-285750">
              <a:lnSpc>
                <a:spcPct val="100000"/>
              </a:lnSpc>
            </a:pPr>
            <a:r>
              <a:rPr lang="en-US" b="1" u="sng" dirty="0"/>
              <a:t>User interface and accessibility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US" dirty="0"/>
              <a:t>Warm approachable design, large SOS button, voice mode for users who cannot type</a:t>
            </a:r>
            <a:endParaRPr dirty="0"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97" name="Google Shape;297;p34">
            <a:extLst>
              <a:ext uri="{FF2B5EF4-FFF2-40B4-BE49-F238E27FC236}">
                <a16:creationId xmlns:a16="http://schemas.microsoft.com/office/drawing/2014/main" id="{FE463410-4EAC-883D-48E2-9AC8EF958977}"/>
              </a:ext>
            </a:extLst>
          </p:cNvPr>
          <p:cNvSpPr txBox="1"/>
          <p:nvPr/>
        </p:nvSpPr>
        <p:spPr>
          <a:xfrm>
            <a:off x="1114702" y="4000475"/>
            <a:ext cx="2144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 u="sng" dirty="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98" name="Google Shape;298;p34">
            <a:extLst>
              <a:ext uri="{FF2B5EF4-FFF2-40B4-BE49-F238E27FC236}">
                <a16:creationId xmlns:a16="http://schemas.microsoft.com/office/drawing/2014/main" id="{C8D5AB42-B1C9-B3A5-CCBC-72C1492B3FAF}"/>
              </a:ext>
            </a:extLst>
          </p:cNvPr>
          <p:cNvSpPr txBox="1"/>
          <p:nvPr/>
        </p:nvSpPr>
        <p:spPr>
          <a:xfrm>
            <a:off x="3070125" y="4000475"/>
            <a:ext cx="5261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 u="sng" dirty="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  <p:extLst>
      <p:ext uri="{BB962C8B-B14F-4D97-AF65-F5344CB8AC3E}">
        <p14:creationId xmlns:p14="http://schemas.microsoft.com/office/powerpoint/2010/main" val="3618197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8"/>
          <p:cNvSpPr txBox="1">
            <a:spLocks noGrp="1"/>
          </p:cNvSpPr>
          <p:nvPr>
            <p:ph type="subTitle" idx="1"/>
          </p:nvPr>
        </p:nvSpPr>
        <p:spPr>
          <a:xfrm>
            <a:off x="1246178" y="1538177"/>
            <a:ext cx="7025675" cy="243048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/>
            <a:r>
              <a:rPr lang="en-US" sz="1800" b="1" dirty="0"/>
              <a:t>Live Demo</a:t>
            </a:r>
            <a:r>
              <a:rPr lang="en-US" sz="1800" dirty="0"/>
              <a:t>: </a:t>
            </a:r>
            <a:r>
              <a:rPr lang="en-US" sz="1800" dirty="0">
                <a:hlinkClick r:id="rId3"/>
              </a:rPr>
              <a:t>https://youtu.be/ase0gJIejrA?si=4he1JGSI4idwS8OI</a:t>
            </a:r>
            <a:endParaRPr lang="en-US" sz="1800" dirty="0"/>
          </a:p>
          <a:p>
            <a:pPr marL="0" lvl="0" indent="0" algn="l"/>
            <a:r>
              <a:rPr lang="en-US" sz="1800" b="1" dirty="0"/>
              <a:t>GitHub</a:t>
            </a:r>
            <a:r>
              <a:rPr lang="en-US" sz="1800" dirty="0"/>
              <a:t>: </a:t>
            </a:r>
            <a:r>
              <a:rPr lang="en-US" sz="1800" dirty="0">
                <a:hlinkClick r:id="rId4"/>
              </a:rPr>
              <a:t>https://github.com/raghazzz/roadent.git</a:t>
            </a:r>
            <a:endParaRPr lang="en-US" sz="1800" dirty="0"/>
          </a:p>
          <a:p>
            <a:pPr marL="0" lvl="0" indent="0" algn="l"/>
            <a:endParaRPr lang="en-US" sz="1800" dirty="0"/>
          </a:p>
          <a:p>
            <a:pPr marL="0" lvl="0" indent="0" algn="l"/>
            <a:r>
              <a:rPr lang="en-US" sz="1800" b="1" dirty="0"/>
              <a:t>Team</a:t>
            </a:r>
            <a:r>
              <a:rPr lang="en-US" sz="1800" dirty="0"/>
              <a:t>: Raghav Malhotra</a:t>
            </a:r>
          </a:p>
          <a:p>
            <a:pPr marL="0" lvl="0" indent="0" algn="l"/>
            <a:r>
              <a:rPr lang="en-US" sz="1800" dirty="0"/>
              <a:t>            Siddharth Bajaj</a:t>
            </a:r>
          </a:p>
          <a:p>
            <a:pPr marL="0" lvl="0" indent="0" algn="l"/>
            <a:endParaRPr lang="en-US" sz="1800" dirty="0"/>
          </a:p>
          <a:p>
            <a:pPr marL="0" lvl="0" indent="0" algn="l"/>
            <a:r>
              <a:rPr lang="en-US" sz="1800" dirty="0"/>
              <a:t>Road Safety Hackathon 2026 | CoERS, IIT Madras</a:t>
            </a:r>
          </a:p>
        </p:txBody>
      </p:sp>
      <p:sp>
        <p:nvSpPr>
          <p:cNvPr id="375" name="Google Shape;375;p38"/>
          <p:cNvSpPr txBox="1">
            <a:spLocks noGrp="1"/>
          </p:cNvSpPr>
          <p:nvPr>
            <p:ph type="title"/>
          </p:nvPr>
        </p:nvSpPr>
        <p:spPr>
          <a:xfrm>
            <a:off x="992648" y="593319"/>
            <a:ext cx="7158703" cy="7605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IN" sz="4000" dirty="0"/>
              <a:t>THANK YOU</a:t>
            </a:r>
            <a:endParaRPr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legant Black &amp; White Thesis Defense by Slidesgo">
  <a:themeElements>
    <a:clrScheme name="Simple Light">
      <a:dk1>
        <a:srgbClr val="333333"/>
      </a:dk1>
      <a:lt1>
        <a:srgbClr val="FDFDFD"/>
      </a:lt1>
      <a:dk2>
        <a:srgbClr val="E8E7E7"/>
      </a:dk2>
      <a:lt2>
        <a:srgbClr val="B2B2B2"/>
      </a:lt2>
      <a:accent1>
        <a:srgbClr val="77777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573</Words>
  <Application>Microsoft Office PowerPoint</Application>
  <PresentationFormat>On-screen Show (16:9)</PresentationFormat>
  <Paragraphs>69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Hanken Grotesk</vt:lpstr>
      <vt:lpstr>Figtree Black</vt:lpstr>
      <vt:lpstr>Elegant Black &amp; White Thesis Defense by Slidesgo</vt:lpstr>
      <vt:lpstr>WELCOME</vt:lpstr>
      <vt:lpstr>EVERY SECOND COUNTS. MOST PEOPLE WASTE THEM.</vt:lpstr>
      <vt:lpstr> ROADENT– TALK TO IT. IT FINDS HELP </vt:lpstr>
      <vt:lpstr>HOW IT WORKS</vt:lpstr>
      <vt:lpstr>SEE IT IN ACTION</vt:lpstr>
      <vt:lpstr>HOW ROADENT MEETS EVERY CRITERION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Siddharth Bajaj</dc:creator>
  <cp:lastModifiedBy>Siddharth Bajaj</cp:lastModifiedBy>
  <cp:revision>1</cp:revision>
  <dcterms:modified xsi:type="dcterms:W3CDTF">2026-05-30T21:57:47Z</dcterms:modified>
</cp:coreProperties>
</file>